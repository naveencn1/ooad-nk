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5036" autoAdjust="0"/>
  </p:normalViewPr>
  <p:slideViewPr>
    <p:cSldViewPr snapToGrid="0" snapToObjects="1">
      <p:cViewPr>
        <p:scale>
          <a:sx n="88" d="100"/>
          <a:sy n="88" d="100"/>
        </p:scale>
        <p:origin x="678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603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3657600" cy="365760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931920"/>
            <a:ext cx="2286000" cy="2286000"/>
          </a:xfrm>
          <a:prstGeom prst="ellipse">
            <a:avLst/>
          </a:prstGeom>
          <a:solidFill>
            <a:srgbClr val="5CE1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371600"/>
            <a:ext cx="914400" cy="914400"/>
          </a:xfrm>
          <a:prstGeom prst="ellipse">
            <a:avLst/>
          </a:prstGeom>
          <a:solidFill>
            <a:srgbClr val="5CE1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Design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CE1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Smart Healthcare Systems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OOAD Principles to Modern Healthcare Software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768096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OOAD Course Presentation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560FD-7093-BAF9-A5B9-5120BB56B078}"/>
              </a:ext>
            </a:extLst>
          </p:cNvPr>
          <p:cNvSpPr txBox="1"/>
          <p:nvPr/>
        </p:nvSpPr>
        <p:spPr>
          <a:xfrm>
            <a:off x="6444343" y="3135086"/>
            <a:ext cx="2340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 </a:t>
            </a:r>
            <a:r>
              <a:rPr lang="en-US" dirty="0" err="1">
                <a:solidFill>
                  <a:schemeClr val="bg1"/>
                </a:solidFill>
              </a:rPr>
              <a:t>V</a:t>
            </a:r>
            <a:r>
              <a:rPr lang="en-US" dirty="0">
                <a:solidFill>
                  <a:schemeClr val="bg1"/>
                </a:solidFill>
              </a:rPr>
              <a:t> NAVEEN KUMAR</a:t>
            </a:r>
          </a:p>
          <a:p>
            <a:r>
              <a:rPr lang="en-US" dirty="0">
                <a:solidFill>
                  <a:schemeClr val="bg1"/>
                </a:solidFill>
              </a:rPr>
              <a:t>192321018</a:t>
            </a:r>
          </a:p>
          <a:p>
            <a:r>
              <a:rPr lang="en-US" dirty="0">
                <a:solidFill>
                  <a:schemeClr val="bg1"/>
                </a:solidFill>
              </a:rPr>
              <a:t>BTECH-IT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Smart Healthcare System?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platform that connects patients, doctors, appointments, and medical records to deliver efficient, coordinated care.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46888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info, history, contacts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228600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46888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265176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Specialty, schedule, credentials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246888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time, status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228600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246888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704088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Records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treatment, reports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Healthcare: a connected ecosystem of digital health services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OO Concept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&amp; Object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0A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defining attributes and behaviors of an entity.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0A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instance of a class created at runtime.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508760"/>
            <a:ext cx="3566160" cy="2560320"/>
          </a:xfrm>
          <a:prstGeom prst="roundRect">
            <a:avLst>
              <a:gd name="adj" fmla="val 5357"/>
            </a:avLst>
          </a:prstGeom>
          <a:solidFill>
            <a:srgbClr val="E6F5F5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Patient {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12080" y="19659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patientId: String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Integer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medicalHistory: List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contactInfo: String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bookAppointment()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viewRecords()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updateProfile()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4251960"/>
            <a:ext cx="3566160" cy="548640"/>
          </a:xfrm>
          <a:prstGeom prst="roundRect">
            <a:avLst>
              <a:gd name="adj" fmla="val 25000"/>
            </a:avLst>
          </a:prstGeom>
          <a:solidFill>
            <a:srgbClr val="00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4251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patient1 = new Patient("A123", "Alice", 34)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define structure; objects represent real-world patients in the 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OO Concept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and methods together, and restricting direct access to internal state to protect sensitive information.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0" y="1645920"/>
            <a:ext cx="1828800" cy="182880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1645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A4F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diagnosis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history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6F5F5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Methods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069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getDiagnosis()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updateRecord()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keeps sensitive patient data safe behind controlled interfaces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OO Concept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new classes from existing ones, reusing common attributes and behaviors while adding specialized features.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840480" y="2194560"/>
            <a:ext cx="1463040" cy="548640"/>
          </a:xfrm>
          <a:prstGeom prst="roundRect">
            <a:avLst>
              <a:gd name="adj" fmla="val 20000"/>
            </a:avLst>
          </a:prstGeom>
          <a:solidFill>
            <a:srgbClr val="0A4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743200"/>
            <a:ext cx="0" cy="36576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3108960"/>
            <a:ext cx="0" cy="27432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0" cy="27432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3108960"/>
            <a:ext cx="0" cy="27432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3383280"/>
            <a:ext cx="1463040" cy="548640"/>
          </a:xfrm>
          <a:prstGeom prst="roundRect">
            <a:avLst>
              <a:gd name="adj" fmla="val 20000"/>
            </a:avLst>
          </a:prstGeom>
          <a:solidFill>
            <a:srgbClr val="00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383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0" y="3383280"/>
            <a:ext cx="1463040" cy="548640"/>
          </a:xfrm>
          <a:prstGeom prst="roundRect">
            <a:avLst>
              <a:gd name="adj" fmla="val 20000"/>
            </a:avLst>
          </a:prstGeom>
          <a:solidFill>
            <a:srgbClr val="00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383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12080" y="3383280"/>
            <a:ext cx="1463040" cy="548640"/>
          </a:xfrm>
          <a:prstGeom prst="roundRect">
            <a:avLst>
              <a:gd name="adj" fmla="val 20000"/>
            </a:avLst>
          </a:prstGeom>
          <a:solidFill>
            <a:srgbClr val="00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383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66560" y="219456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6F5F5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331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283464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reduces duplication and models real-world medical roles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OO Concept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interface behaves differently depending on the underlying object type.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E6F5F5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Interface: Appointment.schedule()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0A4F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0A4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In-Person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schedule()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room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74720" y="274320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74320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00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Call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schedule()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link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274320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74320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schedule()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lets the system handle different appointment types uniformly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System Class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A4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00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31089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00A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8288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A4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1089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5CE1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In-Person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1089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5CE1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8288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A4F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MedicalRecord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8720" y="2377440"/>
            <a:ext cx="0" cy="68580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377440"/>
            <a:ext cx="731520" cy="68580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377440"/>
            <a:ext cx="0" cy="68580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2377440"/>
            <a:ext cx="731520" cy="68580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3108960"/>
            <a:ext cx="1828800" cy="0"/>
          </a:xfrm>
          <a:prstGeom prst="line">
            <a:avLst/>
          </a:prstGeom>
          <a:noFill/>
          <a:ln w="19050">
            <a:solidFill>
              <a:srgbClr val="00A8A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743200" y="3108960"/>
            <a:ext cx="1005840" cy="0"/>
          </a:xfrm>
          <a:prstGeom prst="line">
            <a:avLst/>
          </a:prstGeom>
          <a:noFill/>
          <a:ln w="19050">
            <a:solidFill>
              <a:srgbClr val="00A8A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303520" y="2103120"/>
            <a:ext cx="1280160" cy="0"/>
          </a:xfrm>
          <a:prstGeom prst="line">
            <a:avLst/>
          </a:prstGeom>
          <a:noFill/>
          <a:ln w="19050">
            <a:solidFill>
              <a:srgbClr val="00A8A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88720" y="3108960"/>
            <a:ext cx="5394960" cy="0"/>
          </a:xfrm>
          <a:prstGeom prst="line">
            <a:avLst/>
          </a:prstGeom>
          <a:noFill/>
          <a:ln w="19050">
            <a:solidFill>
              <a:srgbClr val="00A8A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31520" y="4251960"/>
            <a:ext cx="457200" cy="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41605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0" y="4251960"/>
            <a:ext cx="457200" cy="0"/>
          </a:xfrm>
          <a:prstGeom prst="line">
            <a:avLst/>
          </a:prstGeom>
          <a:noFill/>
          <a:ln w="19050">
            <a:solidFill>
              <a:srgbClr val="00A8A8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291840" y="41605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connect through inheritance and associations to model the healthcare domain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Quality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94560"/>
            <a:ext cx="731520" cy="7315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is an independent unit that can be developed, tested, and deployed separately.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194560"/>
            <a:ext cx="731520" cy="7315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338328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Reusability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behavior is inherited, reducing code duplication across the growing system.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2194560"/>
            <a:ext cx="731520" cy="7315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60" dirty="0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Extensibility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(e.g., telemedicine) are added by creating new classes without breaking existing code.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 lets the healthcare system grow without increasing complexity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Quality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Maintainability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4114800" cy="2834640"/>
          </a:xfrm>
          <a:prstGeom prst="roundRect">
            <a:avLst>
              <a:gd name="adj" fmla="val 3871"/>
            </a:avLst>
          </a:prstGeom>
          <a:solidFill>
            <a:srgbClr val="E6F5F5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194560"/>
            <a:ext cx="731520" cy="731520"/>
          </a:xfrm>
          <a:prstGeom prst="ellipse">
            <a:avLst/>
          </a:prstGeom>
          <a:solidFill>
            <a:srgbClr val="0A4F4F"/>
          </a:solidFill>
          <a:ln w="12700">
            <a:solidFill>
              <a:srgbClr val="0A4F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hide sensitive data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Getters/setters enforce access rules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protect records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limits attack surface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4114800" cy="2834640"/>
          </a:xfrm>
          <a:prstGeom prst="roundRect">
            <a:avLst>
              <a:gd name="adj" fmla="val 3871"/>
            </a:avLst>
          </a:prstGeom>
          <a:solidFill>
            <a:srgbClr val="F5FAF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94560"/>
            <a:ext cx="731520" cy="7315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4754880" y="3063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37760" y="3794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classes are easier to debug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centralizes shared logic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simplifies testing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one class rarely break others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and inheritance make the system secure and easier to maintain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&amp; Object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real-world healthcare entities as reusable blueprints and instances.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9204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patient data by hiding internals and exposing only safe interfaces.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common attributes across doctors, patients, and staff.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92040" y="3337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diverse appointment types and workflows through a shared interface.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 transforms smart healthcare systems into secure, scalable, and maintainable software.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564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Design in Smart Healthcare Systems</dc:title>
  <dc:subject>Smart Healthcare Systems</dc:subject>
  <dc:creator>OOAD Presentation</dc:creator>
  <cp:lastModifiedBy>vv naveenkumar</cp:lastModifiedBy>
  <cp:revision>2</cp:revision>
  <dcterms:created xsi:type="dcterms:W3CDTF">2026-07-21T09:07:57Z</dcterms:created>
  <dcterms:modified xsi:type="dcterms:W3CDTF">2026-07-21T13:12:55Z</dcterms:modified>
</cp:coreProperties>
</file>